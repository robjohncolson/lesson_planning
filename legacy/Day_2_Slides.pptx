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Day 2  —  Graphing from Factored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How do the zeros — and a single point on the graph —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determine the polynomial’s equation?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Materials: laptop (Desmos), blank paper, pencil, Blooket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57-minute lesson  ·  one DOK-3 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Do Now  —  Sign Flip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On the Do Now sheet in front of you: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Compare   f(x) = x(x − 4)(x + 3)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vs.      g(x) = −x(x − 4)(x + 3)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1.  What STAYS THE SAME?  What CHANGES?  Be specific.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2.  Finish:  “The zeros stay the same because ___,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            and the graph changes because ___.”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Silent  ·  Pencil only  ·  No Desmos  ·  No packet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everyone’s back:  Blooket code on the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write the code here or paste a screenshot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 ·  Type the code  ·  Enter a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  Game waits for no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Blooket  —  Rule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Pure rule recall today.  The rules you’ll need in 20 minutes: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Zero Product Property  —  zero of f ⇔ factor = 0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Sign direction  —  zero at x = −2 gives (x + 2)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x² + 9 (or any x² + positive) has  NO real zeros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Highest power → end behavior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Zeros of −f(x) are the SAME as zeros of f(x)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Play fast.  Teacher is watching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at 0.  “Pull out your Do Now.  Packet too.”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Launch  —  Sign Flip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Out:  Do Now sheet  +  Student packet.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1.  Turn and Talk with your partner: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What did you predict would STAY THE SAME?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What did you predict would CHANGE?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2.  Class share  +  Desmos check.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3.  Sentence frame (say it aloud, write it later in Step 5):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“The zeros stay the same because ___.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 The graph changes because ___.”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“Pens down.  Now: BACKWARD.  Zeros + a point → equation.”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Explore  —  Build the Equation (Reverse)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1592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Write the equation of a polynomial with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zeros at  x = −2,  x = 1,  x = 4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passing through the point  (0, −8).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EVERYTHING YOU NEED IS ON YOUR PACKET PAGE: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Rule 1:  zero at c  →  factor (x − c)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Rule 2:  f(x) = a · (factor)(factor)(factor) — use the point to find a.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1  Zeros → factors.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2  Plug in (0, −8) to solve for a.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3  Final equation.    Step 4  Verify in Desmos.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5  Justify to partner (use the Do Now sentence frame).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Teacher circulates.  Prompts only — answer questions with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Share/Summary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Essential Question callback: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How do the zeros — and a single point on the graph —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determine the polynomial’s equation?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Self-rating on your packet:   ✓  /  partly  /  not yet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1. Zeros → factors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2. Point → leading number a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3. Predicting what changes under −f(x)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Preview Day 3:  what happens when a factor appears twice?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“Pencils up.  Summary exit ticket.  5 minutes.”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Exit Ticket  —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7/7  ·  Algebra 2  ·  Lesson 3-5  ·  Day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1.  When f(x) becomes −f(x), the zeros ______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     and the graph ______ .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2.  To find the leading number  a , I plug in a given ______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     and solve for  a .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3.  One sentence — the most important thing I learned today.</a:t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600" b="0">
                <a:solidFill>
                  <a:srgbClr val="112233"/>
                </a:solidFill>
                <a:latin typeface="Calibri"/>
              </a:rPr>
              <a:t>Place your packet on the front desk as you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Pack up. See you next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Nice work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Exit Ticket  ·  Do Now sheet  ·  Reverse Engineering page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3 preview:  what happens when a factor repeats?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