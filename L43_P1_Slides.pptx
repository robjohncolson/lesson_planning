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Calibri"/>
              </a:rPr>
              <a:t>Lesson 4-3 · Period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BBD0E6"/>
                </a:solidFill>
                <a:latin typeface="Calibri"/>
              </a:rPr>
              <a:t>Rational Expressions: Equivalent &amp; Simplify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88AACC"/>
                </a:solidFill>
                <a:latin typeface="Calibri"/>
              </a:rPr>
              <a:t>Klimsara-adapted · Student-centered · No Blooket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Do Now — Notice &amp; Wonder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0E6"/>
                </a:solidFill>
                <a:latin typeface="Calibri"/>
              </a:rPr>
              <a:t>Algebra 2  ·  Lesson 4-3  ·  Period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28600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C88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44200" y="228600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658368"/>
            <a:ext cx="1380744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exploration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11064240" cy="5029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C88B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916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88B14"/>
                </a:solidFill>
                <a:latin typeface="Calibri"/>
              </a:rPr>
              <a:t>4-3-savvas-model-discuss-lesson-4-3-launch · Notice &amp; Wonder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4028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Look at the expression on the board.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A) Notice: 1 thing you notice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B) Wonder: 1 thing you wonder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C) Predict: What values of x cause a problem?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Launch — Examples 1 &amp; 2 +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0E6"/>
                </a:solidFill>
                <a:latin typeface="Calibri"/>
              </a:rPr>
              <a:t>Algebra 2  ·  Lesson 4-3  ·  Period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28600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C88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44200" y="228600"/>
            <a:ext cx="877824" cy="32004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12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658368"/>
            <a:ext cx="1682496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teacher models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11064240" cy="23774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916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8B57"/>
                </a:solidFill>
                <a:latin typeface="Calibri"/>
              </a:rPr>
              <a:t>📘 Simplifying Rational Expressions — Rules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4028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1. Factor numerator AND denominator fully.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2. Cancel FACTORS, never terms across + or −.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3. Domain excludes every zero of the ORIGINAL denominator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   — including canceled factors.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114800"/>
            <a:ext cx="11064240" cy="2286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25196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Examples: 4-3-savvas-example-1-lesson-4-3  &amp;  4-3-savvas-example-2-lesson-4-3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8006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Model each step: factor → identify restrictions → cancel → simplify.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State the domain restriction(s) for each example.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Explore — Think-Pair-Share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0E6"/>
                </a:solidFill>
                <a:latin typeface="Calibri"/>
              </a:rPr>
              <a:t>Algebra 2  ·  Lesson 4-3  ·  Period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28600"/>
            <a:ext cx="978408" cy="320040"/>
          </a:xfrm>
          <a:prstGeom prst="roundRect">
            <a:avLst>
              <a:gd name="adj" fmla="val 50000"/>
            </a:avLst>
          </a:prstGeom>
          <a:solidFill>
            <a:srgbClr val="C88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1-2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45368" y="228600"/>
            <a:ext cx="877824" cy="32004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33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658368"/>
            <a:ext cx="1481328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student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56677"/>
                </a:solidFill>
                <a:latin typeface="Calibri"/>
              </a:rPr>
              <a:t>10 items in order. Use the Simplifying Rules card on your packet.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20240"/>
            <a:ext cx="11064240" cy="594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05740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Try It 1 · 4-3-savvas-try-it-1-lesson-4-3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606040"/>
            <a:ext cx="10515600" cy="-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Simplify the rational expression. State domain restrictions.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578608"/>
            <a:ext cx="11064240" cy="594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71576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Try It 2 · 4-3-savvas-try-it-2-lesson-4-3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264408"/>
            <a:ext cx="10515600" cy="-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Simplify the rational expression. State domain restrictions.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236976"/>
            <a:ext cx="11064240" cy="594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374136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Practice #20 · 4-3-savvas-q20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922776"/>
            <a:ext cx="10515600" cy="-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Simplify. Identify canceled factor; state excluded value.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895344"/>
            <a:ext cx="11064240" cy="594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032504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Practice #22 · 4-3-savvas-q22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581144"/>
            <a:ext cx="10515600" cy="-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Simplify. Factor both numerator and denominator first.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553712"/>
            <a:ext cx="11064240" cy="594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690872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Practice #24 · 4-3-savvas-q24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239512"/>
            <a:ext cx="10515600" cy="-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Simplify. Watch for difference-of-squares pattern.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212080"/>
            <a:ext cx="11064240" cy="594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3492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Practice #17 · 4-3-savvas-q17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897880"/>
            <a:ext cx="10515600" cy="-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Simplify. State all domain restrictions.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870448"/>
            <a:ext cx="11064240" cy="594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600760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Practice #19 · 4-3-savvas-q19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6556248"/>
            <a:ext cx="10515600" cy="-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Simplify. State all domain restrictions.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6528816"/>
            <a:ext cx="11064240" cy="594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6665976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Practice #25 · 4-3-savvas-q25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7214616"/>
            <a:ext cx="10515600" cy="-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Simplify. State all domain restrictions.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7187184"/>
            <a:ext cx="11064240" cy="594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7324344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Reinforce · 4-3-savvas-q25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7872984"/>
            <a:ext cx="10515600" cy="-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Extra practice — confirm domain after simplifying.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Share /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0E6"/>
                </a:solidFill>
                <a:latin typeface="Calibri"/>
              </a:rPr>
              <a:t>Algebra 2  ·  Lesson 4-3  ·  Period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28600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C88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44200" y="228600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658368"/>
            <a:ext cx="2386584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academic conversation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11064240" cy="2560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916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📢 Sentence frame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40280"/>
            <a:ext cx="10515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"To simplify a rational expression I first ___, then I cancel ___.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 Values excluded from the domain are ___ because ___."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297680"/>
            <a:ext cx="11064240" cy="21031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94E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4348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D94E2F"/>
                </a:solidFill>
                <a:latin typeface="Calibri"/>
              </a:rPr>
              <a:t>🔭 Preview of Period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98348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Next class: multiply and divide rational expressions.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Same factoring moves — now applied across two fractions.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Period 2 ends with a DOK-3 capstone task.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Exit Ticket — Summary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0E6"/>
                </a:solidFill>
                <a:latin typeface="Calibri"/>
              </a:rPr>
              <a:t>Algebra 2  ·  Lesson 4-3  ·  Period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28600"/>
            <a:ext cx="978408" cy="320040"/>
          </a:xfrm>
          <a:prstGeom prst="roundRect">
            <a:avLst>
              <a:gd name="adj" fmla="val 50000"/>
            </a:avLst>
          </a:prstGeom>
          <a:solidFill>
            <a:srgbClr val="C88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1-2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45368" y="228600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658368"/>
            <a:ext cx="1280160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not graded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45920"/>
            <a:ext cx="11064240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C88B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8308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88B14"/>
                </a:solidFill>
                <a:latin typeface="Calibri"/>
              </a:rPr>
              <a:t>✍️ Complete on your exit ticket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331720"/>
            <a:ext cx="1051560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1. Today I learned that ___.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2. A factor I can cancel is ___ because ___.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3. One thing I'm still unsure about is ___.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