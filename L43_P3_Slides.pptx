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4-3 · Period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Modeling + Assessment-Critical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Simplify &amp;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 from 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Practice #11 · 4-3-savvas-q11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 the rational expression.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State every excluded value from the domain.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Be ready to explain each restriction.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 2 + Example 6 (paired)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7889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 2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Simplify Reprise · 4-3-savvas-example-2-lesson-4-3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▶ LEHS Q#4 rehearsal: factor and simplify, state domain.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Teacher models domain-restriction notation step-by-step.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199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📘 Modeling Anchor · 4-3-savvas-example-6-lesson-4-3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39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MODELING steps: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1. Name the ratio in words.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2. Translate to rational expression with units.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3. Simplify with restrictions.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4. Interpret in context.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Teacher models full 4-step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TPS · Assessment Rehearsal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7889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 · pure DOK-2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8 items. Plan ∼8 min for ⭐ Practice #19 (Topic 4 LEHS Q#2 rehearsal).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6 · 4-3-savvas-try-it-6-lesson-4-3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Modeling problem. Apply all 4 steps: name → translate → simplify → interpret.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169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#14 · 4-3-savvas-q14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Identify all excluded domain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#22 · 4-3-savvas-q22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Factor numerator and denominator; state restrictions.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15968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#34 · 4-3-savvas-q34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Modeling context. Write the rational expression, simplify, interpret.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#37 · 4-3-savvas-q37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 and state domain. Watch for multi-factor denominator.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5216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#19  ⭐ ASSESSMENT-CRITICAL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3796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4-3-savvas-q19 — Topic 4 LEHS Q#2 rehearsal. Simplify, full domain, justify.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62025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75741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Reinforce · 4-3-savvas-q39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730605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Extension — confirm domain restrictions on a modeling expression.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· Concept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88366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LEHS 8-Q preview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📊 Concept Summary — Lesson 4-3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DOMAIN: Excludes zeros of every denominator in every step,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including canceled factors.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MODELING: Name the ratio in words, translate to rationals with units,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simplify with restrictions, interpret in context.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🎯 Topic 4 LEHS assessment: expect Q#2 on simplify + domain restrictions.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Pre-Assessment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88366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confidence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Rate yourself 1–5 + name one review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I can simplify a rational expression and state domain restrictions.  Confidence: 1 / 2 / 3 / 4 / 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I can translate a real-world ratio into a rational expression.  Confidence: 1 / 2 / 3 / 4 / 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One thing I want to review before Topic 4 assessment: 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