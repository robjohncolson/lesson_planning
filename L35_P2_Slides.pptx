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3-5 · Period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Multiplicity and Factored-Form Graphing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2 (Tue)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Sketch the graph of the function by finding the zeros: g(x) = (x + 3)(x - 1)(x - 4).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Multiplicity &amp; the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2 (Tue)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Multiplicity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Odd multiplicity → graph CROSSES the x-axis at that zero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• Even multiplicity → graph is TANGENT to the x-axis (touches &amp; turns back)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Example: f(x) = (x − 2)³(x + 1)²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x = 2 has multiplicity 3 (odd) → CROSSES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x = −1 has multiplicity 2 (even) → TANGENT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2 (Tue)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6677"/>
                </a:solidFill>
                <a:latin typeface="Calibri"/>
              </a:rPr>
              <a:t>Work with a partner. Use the rule card from Launch.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Describe the behavior of the graph of the function at each of its zeros: f(x) = x(x+4)(x-1)^4.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Describe the behavior of the graph of the function at each of its zeros: f(x) = (x^2 + 9)(x - 1)^5(x + 2)^2.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the zeros of the function, and describe the behavior of the graph at each zero: f(x) = x^3 - 8x^2 + 16x.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the zeros of the function, and describe the behavior of the graph at each zero: g(x) = x^3 - x^2 - 25x + 25.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03504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72084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the zeros of the function, and describe the behavior of the graph at each zero: f(x) = 9x^4 - 40x^2 + 16.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2 (Tue)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Sentence frame (one pair reads aloud)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"For f(x) = ___, the zero x = ___ has multiplicity ___,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so the graph ___ the x-axis at that zero."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tomorrow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If a cubic has zeros 2, 1 + √3, and 1 − √3,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what is the nature of its coefficients —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rational, irrational, or complex? Why?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(Direct prep for Topic 3 Assessment Q#2)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3-5  ·  Period 2 (Tue)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the stems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The rule I want to remember is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thing I'm still unsure about is 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