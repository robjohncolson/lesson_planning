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Lesson 4-5 · Quick — Solving Rational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0E6"/>
                </a:solidFill>
                <a:latin typeface="Calibri"/>
              </a:rPr>
              <a:t>Solve + Extraneous Check + ⭐ Chemistry Mixture DOK-3 (Q#2/Q#6/Q#7 Prep)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Topic 4 LEHS Q#2/Q#6/Q#7 rehearsal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Model &amp; Discuss: Conflicting Candidates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4-5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4-5-savvas-model-discuss-lesson-4-5-launch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Two students solved a rational equation and got DIFFERENT candidate solutions.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If a candidate makes the ORIGINAL denominator zero, is it a real solution?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Why might clearing denominators produce a value that doesn't work?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Bridge: yesterday we ADDED rational expressions. Today we SOLVE rational EQUATIONS — what's the new trap?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Examples 1 &amp; 3 + Rules [COMPRESSED]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4-5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Solving Rational Equations — 4-Step Procedure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Find the LCD of all fractions in the equation.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Multiply BOTH SIDES by the LCD to clear fractions.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Solve the resulting polynomial equation for candidates.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4. CHECK each candidate in the ORIGINAL equation — any that makes a denominator zero is EXTRANEOUS.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Examples: 4-5-savvas-example-1-lesson-4-5  &amp;  4-5-savvas-example-3-lesson-4-5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1: SOLVE a rational equation — find LCD, clear, solve polynomial, check in ORIGINAL.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3: EXTRANEOUS solution — state domain restrictions FIRST, solve, test each candidate.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KEY: candidates that violate the original domain are extraneous, even if they satisfy the cleared equation.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 + ⭐ DOK-3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4-5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2-3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6 items in order. Plan ~10 min for ⭐ Practice #33 (Chemistry Mixture DOK-3).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1 · 4-5-savvas-try-it-1-lesson-4-5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a rational equation. Find the LCD, clear, solve.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24328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6148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3 · 4-5-savvas-try-it-3-lesson-4-5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Identify the extraneous solution. Check in the ORIGINAL.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6557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#10 · 4-5-savvas-q10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6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Solve + check. Confirm candidates in original equation.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32504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#14 · 4-5-savvas-q14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18304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Extraneous trap — state domain restrictions BEFORE clearing.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36592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#25 · 4-5-savvas-q25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22392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Work-rate application: 1/a + 1/b = 1/t.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1106424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#33 ⭐ DOK-3 CHEMISTRY MIXTURE · 4-5-savvas-q33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26480"/>
            <a:ext cx="10515600" cy="-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50 gal of 2% alcohol + x gal of 6% alcohol → 5% target. Solve for x. Part B: calculator TABLE verification. Topic 4 LEHS Q#6+Q#7 rehearsal. Plan ~10 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⭐ DOK-3 SPOTLIGHT — Chemistry Mixture (Practice #33)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4-5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DOK-3 driver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57784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🧪 MIXTURE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50 gal of 2% alcohol solution. Add x gal of 6% alcohol.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Resulting concentration: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f(x) = (50·0.02 + 0.06x) / (50 + x)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PART A: Solve f(x) = 0.05 for x.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PART B: Explain how to verify using a graphing calculator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557784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💬 TEACHER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Move Part A wants: rational-equation setup → clear denominator → solve linear.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Part B: enter y₁ = numerator expression, y₂ = 0.05(50+x). Use TABLE to find intersection.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STUCK? Ask: "What would x mean in gallons?" BEFORE they compute — anchors reasonableness.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(Answer hidden on student view — reveal only at Share.)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BRIDGE: same move as Topic 4 LEHS Q#6 (solve); domain reasoning = Q#2; rate reasoning = Q#7.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Chemistry Reveal + Q#2/Q#6/Q#7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4-5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6424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📢 Answer Key — Practice #33 (DOK-3 Chemistry)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(50·0.02 + 0.06x)/(50+x) = 0.05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→ 1 + 0.06x = 0.05(50 + x)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→ 1 + 0.06x = 2.5 + 0.05x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→ 0.01x = 1.5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→ x = 150 gallons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Part B: y₁ = 50·0.02 + 0.06x;  y₂ = 0.05(50+x). TABLE shows y₁ = y₂ at x = 150.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"I set up f(x) = 0.05, cleared the denominator, and solved for x to get ___ gallons. I verified with TABLE by entering y₁ = ___ and y₂ = ___."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🔗 Topic 4 LEHS bridge: Q#6 (solve), Q#2 (domain), Q#7 (rate) — all rehearsed.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Summary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4-5  ·  Single Period (Quick)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✍️ Summary Exit — 3 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1. After clearing denominators in a rational equation, I must check each candidate solution in the ___ equation to catch ___ solutions.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2. In Practice #33 (chemistry), the equation came from setting ___ equal to the target concentration 0.05.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3. One biggest thing I learned today: 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