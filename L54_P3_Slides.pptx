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Lesson 5-4 · Period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D0E6"/>
                </a:solidFill>
                <a:latin typeface="Calibri"/>
              </a:rPr>
              <a:t>Assessment-Critical: Solve for Variable +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  <a:latin typeface="Calibri"/>
              </a:rPr>
              <a:t>Klimsara-adapted · Student-centered · No Blooket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— Higher Order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5-4  ·  Period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bridge from P2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Practice #19 · 5-4-savvas-q19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Higher Order Thinking: when do rational-exponent equations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have extraneous solutions?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Answer: ONLY when the denominator of the exponent is EVEN.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Bridge: today’s assessment items use cube root (odd denom) — no extraneous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— Ex 2 + Q44 (paired, assessment-critical)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5-4  ·  Period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78892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teacher models 2 examples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📘 Ex 2 · 5-4-savvas-example-2-lesson-5-4 (Rewrite Formula — Golden Gate)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▶ Isolate a variable: strip outer operations LIFO.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Teacher models domain-restriction notation step-by-step.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110642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86199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⭐ Q44 · 5-4-savvas-q44 (Table Completion — Assessment-Rehearsal)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34839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RULES for Table-Eval: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1. Substitute V value.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2. Compute, round to nearest tenth.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3. The table is a point-cloud of the graph.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Teacher walks through first row, students complete remaining rows.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⭐ IDENTICAL structure to assessment Item 2 answer key.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Explore — TPS · Assessment Rehearsal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5-4  ·  Period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78892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student work · pure DOK-2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6677"/>
                </a:solidFill>
                <a:latin typeface="Calibri"/>
              </a:rPr>
              <a:t>6 items. Q10 and Q25–27 = Item 1A rehearsals. Q39 + Q44 = Item 2 rehearsals.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2 · 5-4-savvas-try-it-2-lesson-5-4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Rewrite formula — isolate the radical variable.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70048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072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#10 · 5-4-savvas-q10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55848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Solve for variable. Assessment Item 1A rehearsal.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28416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46557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#25 · 5-4-savvas-q25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14216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Solve for variable. State domain / restrictions.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86784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2394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#26 · 5-4-savvas-q26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72584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Solve for variable. Rationalize pattern.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45152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8231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#27 · 5-4-savvas-q27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30952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Solve for variable. Full algebraic justification.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03520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40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#39 · 5-4-savvas-q39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89320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Substitute + evaluate. Item 2 table rehearsal.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961888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0990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Reinforce · 5-4-savvas-q46  ⭐ ASSESSMENT-REHEARSAL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647688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Escape Velocity performance task — Topic 5 LEHS rehearsal.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Share / Summary · Concept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5-4  ·  Period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084831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assessment preview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📊 Q44 Table Answer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V = {0, 0.25, 2, 16, 32, 64, 128}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x = {0, 0.5, 1, 2, 2.5, 3.2, 4}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IDENTICAL to assessment Item 2 answer key.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🎯 Topic 5 assessment: expect Item 1A on solve-for-variable + Item 2 on table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Ticket — Pre-Assessment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5-4  ·  Period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88366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confidence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110642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✍️ Rate yourself 1–5 + name one review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0515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I can solve a radical equation and check for extraneous roots.  Confidence: 1 / 2 / 3 / 4 / 5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I can solve for a variable using reciprocal exponents.  Confidence: 1 / 2 / 3 / 4 / 5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One thing I want to review before Topic 5 assessment: 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Reinforce: 5-4-savvas-q46 (Escape Velocity performance task)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