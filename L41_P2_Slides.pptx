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4-1 · Period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Inverse Variation Applications + DOK-3 Performance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Is this inverse variation?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 from P1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Practice #15 · Table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x: 1, 2, 3, 4, 5, 6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y: 60, 30, 20, 15, 12, 10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Is this an inverse variation? Compute xy for each column.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If yes, state 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 3 (Bouzouki)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Application Rules for Inverse Variation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Identify two varying quantities and their constant PRODUCT k.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Compute k from one given pair.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Write the equation y = k/x (rename variables to fit).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Solve for the unknown.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Example (bouzouki string): length s varies inversely with frequency f.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• 26-inch string → 329.63 cycles/sec → k = 8,570.38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• 13-inch string → f = 8,570.38 / 13 = 659.26 cycles/sec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⚠️ DIRECT (y/x = k) vs INVERSE (xy = k) — both appear in today's DOK-3!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TPS + DOK-3 Performance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5 items in order. Plan ~15 min for Practice #26 (Ramón).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 · Ice cube melting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Time to melt varies inversely with air temperature.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#12 · HOT: inverse SQUARE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y = k/x². If x is multiplied by 4, what happens to 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#17 · Radio wavelength (graph)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 varies inversely with frequency f. Find f when w = 375 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#23 · Boyle's Law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Volleyball 300 in³ at 4.5 psi vs basketball 415 in³ at 8 psi.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#26  ⭐ PERFORMANCE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Ramón's road trip — Part A is DIRECT, Part B is INVERSE.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7889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DOK-3 reveal + Wed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Sentence frame · Ramón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"Part A is ___ variation because distance and time have a constant RATIO of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Part B is ___ variation because gas and time have a constant PRODUCT of ___."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Bridge to Period 3 (Wednesday)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Tomorrow we graph y = 1/x and its translations.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Watch for: asymptotes, domain, range, intercepts.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Period 3 is ASSESSMENT-CRITICAL for the Topic 4 8-Q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The biggest trap in Ramón's task was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I distinguish direct from inverse variation by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