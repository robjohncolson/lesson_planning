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EE"/>
                </a:solidFill>
                <a:latin typeface="Calibri"/>
              </a:rPr>
              <a:t>ALGEBRA 2  ·  LESSON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Day 2  —  Graphing from Factored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Math Objective: Identify zeros by factoring or synthetic division; use zeros to graph.</a:t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Essential Question: How do the zeros and a point on the graph determine the equation?</a:t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Materials: laptops (Desmos), blank paper, pencils, Blooket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  <a:latin typeface="Calibri"/>
              </a:rPr>
              <a:t>60-minute block  ·  post-spring-break Monday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Do Now  —  Sign Flip Prediction (Solo Paper)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1/8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On the Do Now sheet in front of you: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Compare   f(x) = x(x − 4)(x + 3)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vs.      g(x) = −x(x − 4)(x + 3)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1.  What will stay the EXACT SAME?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2.  What will CHANGE? How do you know BEFORE graphing?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3.  Finish: “The zeros stay the same because ___, and the graph changes because ___.”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Silent · Pencil only · No Desmos · No packet yet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When everyone's back:  Blooket code coming on the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Blooket  — 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2/8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556677"/>
                </a:solidFill>
                <a:latin typeface="Calibri"/>
              </a:rPr>
              <a:t>Blooket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77440"/>
            <a:ext cx="94183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0B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677"/>
                </a:solidFill>
                <a:latin typeface="Calibri"/>
              </a:rPr>
              <a:t>( write the code here or paste a screenshot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12233"/>
                </a:solidFill>
                <a:latin typeface="Calibri"/>
              </a:rPr>
              <a:t>Chromebooks open · Type the code · Enter a nickname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 minutes to log in. Game waits for no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Blooket  —  Warm-Up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3/8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Topics: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Finding zeros from factored form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Counting intervals from zeros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Difference of squares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GCF + quadratic factoring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Sign-flip primers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Focus. Play fast. Teacher is watching the dashboard — which skills need a quick reset?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Close game when timer hits 0.  “Pull out your Do Now sheet. Packet too.”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Launch  —  Sign Flip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4/8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85953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100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Out: Do Now sheet  +  Student packet.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1.  Turn and Talk with your partner: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What did you predict would stay the same?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What did you predict would change?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2.  Class share  +  Desmos check.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3.  Sentence frame: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“The zeros stay the same because ___.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 The graph changes because ___.”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“Pens down. Practice #13 next. Factor, then graph in Desmos. Watch x = 4.”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Explore  —  Practice #13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5/8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1592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g(x) = x³ − 8x² + 16x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Step 1.   Factor on blank paper.  (GCF first!)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Step 2.   List the zeros.   How many DISTINCT zeros?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Step 3.   Graph in Desmos.  Watch what happens at x = 4.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Step 4.   Sketch on blank paper.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In one sentence — what does the graph DO at x = 4?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Capture student language (“touches,” “bounces”). DO NOT name multiplicity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Explore  —  Build the Equation (Reverse)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6/8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1592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Write the equation of a polynomial with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zeros at  x = −2,  x = 1,  x = 4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passing through the point  (0, −8).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Step 1.   Zeros → factors.   f(x) = a(    )(    )(    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Step 2.   Plug in (0, −8) to find a.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Step 3.   Write the final equation.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Step 4.   Justify to your partner in CER format (reference at top of packet).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Push “because” / “since.”  If time short: verbal CER now, written CER as HW.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7/8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Share/Summary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5509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Essential Question: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How do the zeros — and a single point on the graph —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determine the polynomial’s equation?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Language Objective check: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Who used  “The zeros stay the same because...” today?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Self-rating on your packet:   ✓  /  partly  /  not yet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Preview Day 3:  tomorrow we name what happened at x = 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“Pencils up. One question. CER format. 5 minutes.”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Exit Ticket  —  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8/8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5392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Savvas Practice #6: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If you use zeros to sketch the graph of a polynomial function,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how can you verify that your graph is correct?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Write:   CLAIM  →  EVIDENCE  →  REASONING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Use the CER reference at the top of your packet if you need it.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Put your packet on the front desk as you 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Packets to the front. Pack up. See you next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Nice work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Collect:  Exit Ticket  ·  Do Now sheet  ·  Reverse Engineering page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Day 3 preview:  we name what happened at x = 4 in g(x).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