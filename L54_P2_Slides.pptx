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Lesson 5-4 · Period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D0E6"/>
                </a:solidFill>
                <a:latin typeface="Calibri"/>
              </a:rPr>
              <a:t>Rational Exponents + ⭐ DOK-3 Half-Life (Topic 5 Spine)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AACC"/>
                </a:solidFill>
                <a:latin typeface="Calibri"/>
              </a:rPr>
              <a:t>Klimsara-adapted · Student-centered · No Blooket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Do Now — Solve Cube Root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5-4  ·  Period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682496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bridge from P1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Practice #21 · 5-4-savvas-q21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∛x + 8 = 13 — solve.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Same isolate-then-raise move from P1, cube root instead of square root.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Bridge: what reciprocal power undoes a cube root?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Launch — Example 4 (Rational Exponents)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5-4  ·  Period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682496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teacher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Calibri"/>
              </a:rPr>
              <a:t>📘 Rational Exponent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1. x^(m/n) = (ⁿ√x)^m.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2. Raise both sides to reciprocal power n/m.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3. Check — even denominator → possible extraneous.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4. Half-life: y = a·(0.5)^(t/h).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Example (5-4-savvas-example-4-lesson-5-4): model steps on board.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Show rational exponent → raise to reciprocal → solve.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Explore — TPS + ⭐ DOK-3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5-4  ·  Period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2-3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33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481328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student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6677"/>
                </a:solidFill>
                <a:latin typeface="Calibri"/>
              </a:rPr>
              <a:t>5 items in order. Plan ∼12 min for Practice #41 ⭐ DOK-3 Spine (Half-Life).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Try It 4 · 5-4-savvas-try-it-4-lesson-5-4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Rational exponent equation. Raise to reciprocal, check.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79776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1693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#12 · 5-4-savvas-q12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65576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Solve rational exponent equation. State any restrictions.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47872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8503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#33 · 5-4-savvas-q33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33672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Solve. Check for extraneous (even denominator?).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15968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5312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#34 · 5-4-savvas-q34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01768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Solve. Full solution — identify reciprocal exponent.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84064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4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22122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4E2F"/>
                </a:solidFill>
                <a:latin typeface="Calibri"/>
              </a:rPr>
              <a:t>Practice #41  ⭐ DOK-3 CAPSTONE · 5-4-savvas-q41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769864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Half-life: y = 50·(0.5)^(t/5). Find remaining amount after 16 hours. Answer ≈ 5.44 mL.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52160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Reinforce · 5-4-savvas-q19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537960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Secondary DOK-3 — extraneous-argument written HW.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Share /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5-4  ·  Period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2688336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DOK-3 reveal + P3 bridge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📢 Answer key · DOK-3 Half-Life Capstone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q41 ≈ 5.44 mL.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Interpretation: about 5.44 mL of the 50 mL drink remains after 16 hours.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Work: 50·(0.5)^(16/5) = 50·(0.5)^3.2 ≈ 5.44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1106424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4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519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4E2F"/>
                </a:solidFill>
                <a:latin typeface="Calibri"/>
              </a:rPr>
              <a:t>🔭 Bridge to Period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Next class: solve for a variable (strip outer ops LIFO) + table-evaluation.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Period 3 rehearses assessment Item 1A (solve for variable) and Item 2 (table).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Know reciprocal exponent move cold.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Exit Ticket — Summary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5-4  ·  Period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not graded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1106424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✍️ Complete on your exit ticket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105156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1. Today I learned that ___.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2. When the exponent denominator is even, I must ___ because ___.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3. The half-life formula step I found hardest was ___.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6677"/>
                </a:solidFill>
                <a:latin typeface="Calibri"/>
              </a:rPr>
              <a:t>Reinforce: 5-4-savvas-q19 extraneous-argument as written HW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