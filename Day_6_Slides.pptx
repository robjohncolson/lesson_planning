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DEE"/>
                </a:solidFill>
                <a:latin typeface="Calibri"/>
              </a:rPr>
              <a:t>ALGEBRA 2  ·  LESSON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Combined Day 6  —  Polynomial Inequalities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Essential Question: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How do the zeros of a polynomial divide the number line,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and how does that structure let you solve any polynomial inequality?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Every work item today comes from Savvas.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AACC"/>
                </a:solidFill>
                <a:latin typeface="Calibri"/>
              </a:rPr>
              <a:t>55-min lesson  ·  Savvas-only (no fabricated items)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 —  Solve the Equation (Bridge)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1/9  ·  Algebra 2  ·  Lesson 3-5  ·  Day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On the Do Now sheet  —  SAVVAS PRACTICE #21: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√5x⁴ + 4x² − 12x = −6x⁴ + 3x³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Find ALL solutions — real AND complex.  Show your work.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Silent  ·  Pencil only  ·  No Desmos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Hold on to your zeros.  We’re going to put them on a number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When everyone’s in:  Blooket code on the next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Blooket  — 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2/9  ·  Algebra 2  ·  Lesson 3-5  ·  Day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556677"/>
                </a:solidFill>
                <a:latin typeface="Calibri"/>
              </a:rPr>
              <a:t>Blooket code: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377440"/>
            <a:ext cx="94183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0B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6677"/>
                </a:solidFill>
                <a:latin typeface="Calibri"/>
              </a:rPr>
              <a:t>( write the code here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12233"/>
                </a:solidFill>
                <a:latin typeface="Calibri"/>
              </a:rPr>
              <a:t>Chromebooks open  ·  Type the code  ·  Enter nickname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 minutes to log in. Game waits for no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Blooket  —  Rule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3/9  ·  Algebra 2  ·  Lesson 3-5  ·  Day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Pure rule recall.  The rules you’ll need in 30 minutes: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Zero ⇔ factor = 0  (Zero Product Property)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Sign of f can only change at a zero of ODD multiplicity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Even-multiplicity zero = same sign on both sides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Continuous polynomial → sign is constant between zeros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GCF first; use Quadratic Formula if the factor doesn’t split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Strict inequality (&lt;, &gt;) → zeros NOT included in solution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Play fast.  Teacher is watching the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Close game at 0.  Blooket Wrap: candy + lowest rule aloud.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 —  Sign-Chart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4/9  ·  Algebra 2  ·  Lesson 3-5  ·  Day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85953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100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Savvas Example 6 / Try It 6a:  Solve  2x³ + 12x² + 12x &lt; 0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Step 1  Move everything to one side.  Factor out the GCF.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        2x(x² + 6x + 6) &lt; 0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Step 2  Find zeros.  (Quadratic Formula on x² + 6x + 6.)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        x = 0,   x = −3 − √3,   x = −3 + √3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Step 3  Plot zeros on number line.  Label the intervals.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Step 4  Test one point per interval. Record sign (+) or (−).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Step 5  Shade intervals where sign = (−).  Read the solution.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“Packets to Practice — 20 minutes. A required; pick two of B/C/D.”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Sign-Chart Rules  — 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4/9  ·  Algebra 2  ·  Lesson 3-5  ·  Day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85953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100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RULE 1   Move to one side → f(x) &lt; 0  or  f(x) &gt; 0.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RULE 2   Factor completely.  Find all real zeros.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RULE 3   Zeros divide the number line into intervals.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RULE 4   Test ONE point per interval.  Sign is constant on the interval.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RULE 5   Sign changes only at zeros of ODD multiplicity.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          Even-multiplicity zeros: sign does NOT change.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RULE 6   Shade where the sign matches the inequality.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          Strict (&lt;, &gt;) → zeros excluded.   Non-strict (≤, ≥) → included.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Sentence frame:  “The zeros are ___, so the sign changes at ___,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                   and the solution is ___.”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Keep this on screen during Practice.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Practice  —  Savvas Try It 6b + #22/#23/#24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5/9  ·  Algebra 2  ·  Lesson 3-5  ·  Day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Sign chart for each.  Required: A.   Pick two of B, C, D.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A.  (x² − 1)(x² − x − 6) &gt; 0   [Try It 6b]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B.  x³ − 9x &gt; 0               [Practice #22]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C.  0 &gt; 4x³ + 8x² − x − 2      [Practice #23]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D.  64x² &gt; −4x³ − x − 16       [Practice #24]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For each item: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1. Factor  →  2. Find zeros  →  3. Plot on number line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4. Test points  →  5. Shade  →  6. Write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Teacher circulates.  Prompts only — answer questions with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6/9  ·  Algebra 2  ·  Lesson 3-5  ·  Day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Share/Summary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5509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4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Essential Question: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How do the zeros of a polynomial divide the number line?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How does that let you solve any polynomial inequality?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Self-rating on your packet:   ✓  /  partly  /  not yet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1.  I can factor and identify all real zeros.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2.  I can build a sign chart with correct intervals.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3.  I can read the solution set from the sign chart.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One-sentence synthesis:  “The key idea today was ___.”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Preview Day 7:  synthesis + Savvas Performance Task #30 (Venetta, DOK 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“Pencils up.  Exit ticket.  LQ Q3.  5 minutes.”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 —  Savvas Lesson Quiz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7/9  ·  Algebra 2  ·  Lesson 3-5  ·  Day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5392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Savvas Lesson Quiz Q3: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What values of x are solutions of the inequality  x³ − 4x &gt; 0?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Show your sign chart.  Write your solution in interval notation.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Desmos: YES, to verify zeros only.  Sign chart = your work.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Place your packet on the front desk as you leave.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Packets to the front.  Pack up.  See you next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Calibri"/>
              </a:rPr>
              <a:t>Nice work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Collect:  Exit Ticket  ·  Do Now sheet  ·  Practice page</a:t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Day 7 preview:  Synthesis + Savvas Performance Task #30 (DOK 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