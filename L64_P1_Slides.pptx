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Lesson 6-4 · Quick — Logarithmic Functions + ⭐ Sales Revenue DOK-3 (Item 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D0E6"/>
                </a:solidFill>
                <a:latin typeface="Calibri"/>
              </a:rPr>
              <a:t>Graphing Logs + Key Features + Inverses of Exp/Log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 Blooket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3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6-4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30352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6-4-savvas-q31 · Translation identification: h(x)=ln(x+2)−1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Multi-select: which transformations apply to h(x) = ln(x+2) − 1?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Key: +2 inside → left shift 2. −1 outside → down 1.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VA moves from x=0 to x=−2.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0352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6-4-savvas-q5 · Graph y=log₄ x; state key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Graph on coordinate plane.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State: domain, range, VA, x-intercept, end behavior as x→0⁺ and x→∞.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6-4-savvas-q32 · SAT/ACT: inverse of f(x)=5^(x+1)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Find f⁻¹(x).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Strategy: swap x↔y → x=5^(y+1) → log₅ x = y+1 → y = log₅ x − 1.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 3B: Inverse of a Log + Composition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6-4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8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Log Key Features + Inverse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log_b 1 = 0.  log_b b = 1.  y = log_b x: Domain x&gt;0, VA x=0, x-int (1,0), passes (b,1).  y = log_b(x−h)+k: VA x=h, Domain x&gt;h.  Inverse: y=a·b^x ⇒ y=log_b(x/a);  y=log_b(x−h)+k ⇒ y=b^(x−k)+h.  Composition check: f(f⁻¹(x))=x.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Example 3B: 6-4-savvas-example-3-lesson-6-4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g(x) = log₇(x+5). Find g⁻¹(x) and verify with composition.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Step 1: y = log₇(x+5). Step 2: swap → x = log₇(y+5).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Step 3: 7^x = y+5. Step 4: g⁻¹(x) = 7^x − 5.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Check: g(g⁻¹(x)) = log₇(7^x−5+5) = log₇(7^x) = x. ✔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90-sec contrast: Ex 3A (inverting exponential) → swap → log 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Think-Pair-Share + ⭐ DOK-3 Sales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6-4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5 items in order. Start with ⭐ q28 DOK-3 (∼10 min). 45-min Wed F: skip q9.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#28 · 6-4-savvas-q28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Sales Revenue R = 12·log(a+1)+25. Find inverse: a = 10^((R−25)/12) − 1. Judge which form is easier for specific R values. Plan ∼10 min.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79776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169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#21 · 6-4-savvas-q21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65576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Inverse of 5^(x−3). [Form B Q7 rehearsal]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47872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850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#24 · 6-4-savvas-q24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Inverse of log₂(8x), token drag. [Form B Q12 rehearsal]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15968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#13 · 6-4-savvas-q13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Asymptote of translated log from graph. [Form B Q11 rehearsal]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84064"/>
            <a:ext cx="11064240" cy="7132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2122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#9 · 6-4-savvas-q9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69864"/>
            <a:ext cx="10515600" cy="-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Are graphs inverses? Inverse from graph. [Form B Q9/Q10 rehearsal] ⚠️ 45-min Wed F: skip this item.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 — DOK-3 Reveal + 6-5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6-4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38658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Capstone Answer — 6-4-savvas-q28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 = 12·log(a+1)+25  ⟹  a = 10^((R−25)/12) − 1.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For R=49: (49−25)/12 = 2  →  a = 10²−1 = 99.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For R=61: (61−25)/12 = 3  →  a = 10³−1 = 999.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Inverse form easier for computation when R is given. Original easier for checking.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Sentence frame: "I isolated a by ___, giving a = ___. The inverse form is easier when ___ because ___."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Bridge → 6-5: log properties (product/quotient/power) simplify these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Inverse + Asymptotes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6-4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Custom Exit — Two-Part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Find the inverse of f(x) = 3·log₅(x − 2) + 1.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State the vertical asymptote of f.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State the horizontal asymptote of f⁻¹.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4. One biggest thing I learned today: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ANSWER (TE): f⁻¹(x) = 5^((x−1)/3) + 2.  VA of f: x=2.  HA of f⁻¹: y=2.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