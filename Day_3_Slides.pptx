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Day 3  —  The Magic of Multiplicity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Essential Question: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What does a repeated factor do to the graph of a polynomial,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and how can you predict the behavior at every zero just by looking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at the factored form?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Day 2: zeros + a point → equation (you worked BACKWARD).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Today: when a factor appears more than once, the graph does</a:t>
            </a:r>
          </a:p>
          <a:p>
            <a:pPr algn="l"/>
            <a:r>
              <a:rPr sz="2000" b="0">
                <a:solidFill>
                  <a:srgbClr val="DDEEFF"/>
                </a:solidFill>
                <a:latin typeface="Calibri"/>
              </a:rPr>
              <a:t>something different at that zero. We’ll name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55-min lesson  ·  one DOK-3 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Do Now  —  Touch or Cross?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1/7  ·  Algebra 2  ·  Lesson 3-5  ·  Day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On the Do Now sheet in front of you —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for EACH zero, predict: CROSS or TOUCH?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1.  f(x) = (x + 2)(x − 3)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2.  h(x) = (x − 1)² (x + 5)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3.  Pattern guess:  EVEN factor count → ?    ODD factor count → ?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Silent  ·  Pencil only  ·  No Desmos  ·  No packet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 everyone’s in:  Blooket code coming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Blooket  — 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2/7  ·  Algebra 2  ·  Lesson 3-5  ·  Day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556677"/>
                </a:solidFill>
                <a:latin typeface="Calibri"/>
              </a:rPr>
              <a:t>Blooket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B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677"/>
                </a:solidFill>
                <a:latin typeface="Calibri"/>
              </a:rPr>
              <a:t>( Day 3 Multiplicity Blooket code here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12233"/>
                </a:solidFill>
                <a:latin typeface="Calibri"/>
              </a:rPr>
              <a:t>Chromebooks open · Type the code · Enter a nickname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minutes to log in. Game waits for no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Blooket  —  Rule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3/7  ·  Algebra 2  ·  Lesson 3-5  ·  Day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Pure rule recall today. The rules you’ll need in 30 minutes: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Multiplicity = exponent on the factor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EVEN multiplicity → graph TOUCHES and turns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ODD multiplicity → graph CROSSES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•  Day 2 recall: zero ⇔ factor = 0  /  zero at c gives (x − c)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Play fast.  Teacher is watching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Close game at 0.  “Pull out your Do Now. Packet too.”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Launch  —  Name the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4/7  ·  Algebra 2  ·  Lesson 3-5  ·  Day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1.  Pull out your Do Now.  Cold-call the pattern in #3.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2.  In Desmos — type each, watch what happens at x = 1: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(a)  y = (x − 1)¹        (b)  y = (x − 1)²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(c)  y = (x − 1)³        (d)  y = (x − 1)⁴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3.  THE WORD:  the number of times a factor appears in the factored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form is its  MULTIPLICITY.   (x − 1)²  has multiplicity 2 at x = 1.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4.  Fill the T-chart on your packet:  ODD  vs.  EVEN.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“Packets to Practice. Three quick items.”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Practice  —  Try It A–C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5/7  ·  Algebra 2  ·  Lesson 3-5  ·  Day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For each polynomial:  list zeros, multiplicity, and behavior.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A.  f(x) = (x + 3)(x − 2)²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B.  g(x) = x² (x − 5)³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C.  h(x) = (x + 1)⁴ (x − 4)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Frame:  “The multiplicity is ____, so the graph ____ at x = ____.”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Fast finishers — challenge on the 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“Packet flip. Tonya’s graph next. Read the rules card on the page.”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Explore  —  Tonya’s Graph (Error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6/7  ·  Algebra 2  ·  Lesson 3-5  ·  Day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1592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Tonya sketches   f(x) = (x + 1)² (x − 3).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She draws the graph CROSSING at x = −1 AND CROSSING at x = 3.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EVERYTHING YOU NEED IS ON YOUR PAGE  —  three rules + 5 steps.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1  What did Tonya get RIGHT?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2  What did she get WRONG?  Use “multiplicity”.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3  Defend the correct behavior at x = −1 (sentence frame).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4  Verify in Desmos.    Step 5  Explain to your partner.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Teacher circulates.  Prompts only — “What’s the exponent on (x + 1)?”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Exit Ticket  —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7/7  ·  Algebra 2  ·  Lesson 3-5  ·  Day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3928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1.  MULTIPLICITY = ______ on the factor.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2.  EVEN → ______ .    ODD → ______ 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3.  In  p(x) = (x + 2)³ (x − 4):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x = −2 → mult ____, behavior ______________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      x =  4 → mult ____, behavior ______________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4.  One sentence: most important thing I learned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Pack up. See you next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Nice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Exit Ticket  ·  Do Now sheet  ·  Tonya error analysis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Day 4 preview:  real vs. complex zeros — what if we can’t factor over the reals?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