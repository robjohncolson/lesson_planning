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Lesson 5-5 · Quick — Function Operations + ⭐ Composition Order DOK-3 (Standalone)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BBD0E6"/>
                </a:solidFill>
                <a:latin typeface="Calibri"/>
              </a:rPr>
              <a:t>Function Operations: Add, Subtract, Multiply, Divide,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8AACC"/>
                </a:solidFill>
                <a:latin typeface="Calibri"/>
              </a:rPr>
              <a:t>Klimsara-adapted · Student-centered · NOT on Topic 5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Do Now — Profit = Revenue −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38074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exploration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5-5-savvas-model-discuss-lesson-5-5-launch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 company’s revenue R(x) and cost C(x) are both functions of items sold x.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A) Write an expression for Profit P(x) using function notation.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B) If R(x) = 3x + 10 and C(x) = x + 4, find P(x). Simplify.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C) Bridge: If we can subtract functions, what else can we do with them?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Launch — Examples 1 &amp; 4 +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682496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teacher 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Calibri"/>
              </a:rPr>
              <a:t>📘 Function Operations —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(f±g)(x) = f(x)±g(x)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(fg)(x) = f(x)·g(x)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(f/g)(x) = f(x)/g(x),  g ≠ 0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(f∘g)(x) = f(g(x))  —  g FIRST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f∘g ≠ g∘f  in general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110642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Examples: 5-5-savvas-example-1-lesson-5-5  &amp;  5-5-savvas-example-4-lesson-5-5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 1: Add/Subtract/Multiply/Divide two functions. State domain restriction for division.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Ex 4: Compose f∘g AND g∘f with concrete numbers first, then algebraically.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KEY: Emphasize composition order — evaluate INNER function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Explore — Think-Pair-Share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2→3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877824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481328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student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6677"/>
                </a:solidFill>
                <a:latin typeface="Calibri"/>
              </a:rPr>
              <a:t>9 items in order. Plan ∼15 min for ⭐ Practice #32 (DOK-3 Standalone).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106424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1 · 5-5-savvas-try-it-1-lesson-5-5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10515600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Add and subtract two functions. Simplify the result.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23744"/>
            <a:ext cx="1106424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6090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Try It 4 · 5-5-savvas-try-it-4-lesson-5-5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9544"/>
            <a:ext cx="10515600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Compose f∘g and g∘f. Are they equal?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27248"/>
            <a:ext cx="1106424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644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#20 · 5-5-savvas-q20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13048"/>
            <a:ext cx="10515600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Find (f+g)(x). State the domain.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30752"/>
            <a:ext cx="1106424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86791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#21 · 5-5-savvas-q21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416552"/>
            <a:ext cx="10515600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Find (f−g)(x) and (fg)(x).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34256"/>
            <a:ext cx="1106424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71416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#24 · 5-5-savvas-q24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020056"/>
            <a:ext cx="10515600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Find (f/g)(x). State domain restriction.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937760"/>
            <a:ext cx="1106424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#28 · 5-5-savvas-q28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Evaluate a composition at a specific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41264"/>
            <a:ext cx="1106424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78424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Practice #34 · 5-5-savvas-q34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227064"/>
            <a:ext cx="10515600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Mixed operations — apply multiple function operations.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6144768"/>
            <a:ext cx="1106424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D94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62819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94E2F"/>
                </a:solidFill>
                <a:latin typeface="Calibri"/>
              </a:rPr>
              <a:t>Practice #32 ⭐ DOK-3 STANDALONE · 5-5-savvas-q32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830568"/>
            <a:ext cx="10515600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Music store: 15%-off coupon vs $5-off. Which order saves more? JUSTIFY with BOTH compositions written out.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748272"/>
            <a:ext cx="11064240" cy="5669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6885432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Reinforce · 5-5-savvas-q35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7434072"/>
            <a:ext cx="10515600" cy="-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SAT/ACT: evaluate f(g(5)). Assessment-adjacent — show all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Share / Summary — Composition Order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44200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2386584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academic conversation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6FC8"/>
                </a:solidFill>
                <a:latin typeface="Calibri"/>
              </a:rPr>
              <a:t>✅ Answer Key — Practice #32 (DOK-3)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(a) %-off first: 0.85(x − 5) = 0.85x − 4.25  ⇒  price = $72.25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(b) $5-off first: 0.85x − 5  ⇒  at x=$90: $71.50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(c) 15% FIRST saves MORE ($72.25 vs $71.50).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  Reason: applying 15% to the larger pre-discount base saves more than applying it after the flat $5.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Sentence frame: “The order matters because ___ — applying ___ first gives a lower price because ___.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B3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Exit Ticket — f(g(5)) · SAT/ACT Reinforce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BD0E6"/>
                </a:solidFill>
                <a:latin typeface="Calibri"/>
              </a:rPr>
              <a:t>Algebra 2  ·  Lesson 5-5  ·  Single Period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228600"/>
            <a:ext cx="978408" cy="320040"/>
          </a:xfrm>
          <a:prstGeom prst="roundRect">
            <a:avLst>
              <a:gd name="adj" fmla="val 50000"/>
            </a:avLst>
          </a:prstGeom>
          <a:solidFill>
            <a:srgbClr val="C88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DOK 1-2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45368" y="22860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658368"/>
            <a:ext cx="1280160" cy="320040"/>
          </a:xfrm>
          <a:prstGeom prst="roundRect">
            <a:avLst>
              <a:gd name="adj" fmla="val 50000"/>
            </a:avLst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11064240" cy="5029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88B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8B14"/>
                </a:solidFill>
                <a:latin typeface="Calibri"/>
              </a:rPr>
              <a:t>✏️ Practice #35 · 5-5-savvas-q35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Given f and g defined on your packet, evaluate f(g(5)).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Steps: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1. Evaluate g(5) first.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2. Use that result as input for f.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  3. Show both steps in writing.</a:t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112233"/>
                </a:solidFill>
                <a:latin typeface="Calibri"/>
              </a:rPr>
              <a:t>Note: Composition is NOT on the Topic 5 assessment — this is for SAT/ACT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