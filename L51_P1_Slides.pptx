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5-1 · Quick — nth Roots, Rational Exponents + ⭐ Cylinder DOK-3 (Item 1A Prep)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nth Roots + Rational Exponents + DOK-3 Cylinder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Explore &amp; Reason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5-1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38074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5-1-savvas-model-discuss-lesson-5-1-launch · Explore &amp; Reason: y=x²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Look at the graph of y = x² on the board.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A) What input gives output 9? Output 25? Output 2?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B) Is there an input that gives output −1? Explain.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C) Connect: what does the graph tell us about ROOTS?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Examples 1 &amp; 3 +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5-1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nth Roots &amp; Rational Exponents —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x^(1/n) = ⁿ√x.  x^(m/n) = (ⁿ√x)^m.  Rationalize ⁿ√x denom: × by ⁿ√(x^(n-1)).  Even n: negative radicand undefined in 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Examples: 5-1-savvas-example-1-lesson-5-1  &amp;  5-1-savvas-example-3-lesson-5-1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Two examples because this is a compressed lesson — both needed for bank/assessment coverage.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 1: evaluate nth roots and rational exponents.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 3: simplify and rationalize expressions with nth-root denominators.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Think-Pair-Share + ⭐ DOK-3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5-1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7 items in order. Plan ∼15 min for ⭐ Practice #50 DOK-3 Capstone.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1 · 5-1-savvas-try-it-1-lesson-5-1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Evaluate nth roots and write in rational-exponent 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79776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169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3 · 5-1-savvas-try-it-3-lesson-5-1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65576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 expression with rational exponent denominator. Rationalize.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47872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850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#28 · 5-1-savvas-q28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Evaluate/simplify. Apply x^(1/n) = ⁿ√x.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15968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#30 · 5-1-savvas-q30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 rational exponent expression.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84064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2122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#37 · 5-1-savvas-q37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69864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Rationalize an nth-root denominator.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52160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#48 · 5-1-savvas-q48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537960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Mixed: evaluate and simplify; connect back to even-n rule.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620256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75741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#50  ⭐ DOK-3 CAPSTONE · 5-1-savvas-q50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7306056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Cylinder volume V=πr²h with h=2r. Derive r from V, then find lateral surface area. Topic 5 Assessment Item 1A rehearsal. Plan ~15 min.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 — DOK-3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5-1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38658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Capstone Answer — 5-1-savvas-q50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 = (V/(2π))^(1/3).  Lateral SA = 4πr².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For V = 169.65 ft³:  r ≈ 3 ft,  Lateral SA ≈ 113 ft².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Sentence frame: "I found r by ___, then substituted into ___ because ___."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SAT/ACT Reinforce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5-1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Practice #49 · 5-1-savvas-q49 (SAT/ACT format)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Complete on your exit ticket.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Today I learned that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The rule I used most was ___ because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One thing I want to review: ___.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