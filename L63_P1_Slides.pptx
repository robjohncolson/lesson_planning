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6-3 · Quick — Logarithms + ⭐ DOK-3 Spine: q15 (exp↔log inverse via 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If I know y = 3^x, how do I estimate log_3 50 — and why does it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3 items (log warm-up)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6-3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6-3-savvas-q14 · Error Analysis: e^t = 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 student writes: e^t = 98 → t = 98/e. What error did they make? What is the correct first step?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6-3-savvas-q16 · Reasoning: log_4 x &lt;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When is log_4 x negative? Explain using the log ↔ exp definition.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6-3-savvas-q3 · Vocab: common vs. natural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Fill in: log x has base ___. ln x has base ___. They are related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“log x = y means ___, while ln x = y means ___.”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52044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🎯 SENTENCE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log_b x = y means b^___ = x. So ln(e^t) = ___ because the base of ln is ___.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3: Evaluate Logarithms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6-3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Log ↔ Exp Rules (mark this on your student packet!)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 ↔ EXP:  log_b x = y  ⇔  b^y = x
COMMON LOG:  log x = log_10 x
NATURAL LOG: ln x  = log_e x
KEY:         ln(e^t) = t     (solves continuous growth!)
UNDEFINED:   log_b 0 and log_b (negative) — no real answer
IDENTITY:    log_b (b^k) =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 3: 6-3-savvas-example-3-lesson-6-3 — Evaluate each logarithm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log_5 125 = ?  →  5^? = 125  →  answer: 3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log_{1/4} 16 = ?  →  (1/4)^? = 16  →  answer: −2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log_3 0 = ?  →  3^? = 0  →  UNDEFINED (no real answer)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log_2 2^8 = ?  →  identity log_b(b^k) = k  →  answer: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Spine q15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6-3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Start with ⭐ Practice #15 (10 min TPS + 5 min pair presentations). Then #52, #53, #54, #17.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#15 · 6-3-savvas-q15  ⭐ DOK-3 SPINE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Higher Order Thinking: Use the graph of y=3^x to estimate the value of log_3 50. Explain your reasoning. [GRAPH PLACEHOLDER — y=3^x, x∈[-1,4.5], y∈[0,85], gridlines]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1106424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#52 · 6-3-savvas-q52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2"/>
            <a:ext cx="105156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DOK-2 application. Apply log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21024"/>
            <a:ext cx="1106424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818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#53 · 6-3-savvas-q53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06824"/>
            <a:ext cx="105156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DOK-2 application. [45-min variant: skip]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628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#54 · 6-3-savvas-q54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11496"/>
            <a:ext cx="105156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DOK-2 application. [45-min variant: skip]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675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#17 · 6-3-savvas-q17  (promoted to core)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16168"/>
            <a:ext cx="105156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Critique: is log_3(1/27) = -3? Use definition to verify or refute. (Supports Form B Q13)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DOK-3 Reveal + 6-4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6-3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68580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q15 DOK-3 Spine — Key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 the graph of y=3^x, locate y=50.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Read off the x-value: between x=3 (3^3=27) and x=4 (3^4=81).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Closer to 3.5. Formally: log_3 50 ≈ 3.56.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Why does this work?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log_3 50 = x  means  3^x = 50.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The x-value where the exponential graph hits y=50 IS the logarithm.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'I found log_3 50 ≈ ___ by reading the x-value where the graph hits y=50. This works because ___ and ___ are inverses.'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4389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Lesson 6-4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Next: logarithmic FUNCTIONS — graphing y = log_b x.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Domain: x &gt; 0.  Asymptote: x = 0.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Today's log ↔ exp definition is the foundation for graphing.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6-3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Exit Ticket — 4 blanks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log_b x = y means ____.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log_2 32 = ____ because 2^? = 32.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To solve e^t = 6.125, take the ____ of both sides giving t = ____.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One biggest thing I learned today: 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