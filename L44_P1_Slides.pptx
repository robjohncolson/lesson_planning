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Lesson 4-4 · Quick — Adding &amp; Subtracting Rational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0E6"/>
                </a:solidFill>
                <a:latin typeface="Calibri"/>
              </a:rPr>
              <a:t>Add/Subtract Rational Expressions + ⭐ Electrical Resistance DOK-3 (Q#15 Prep)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Topic 4 LEHS Q#15 rehearsal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Model &amp; Discuss: 1/2 + 1/3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4-4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4-4-savvas-model-discuss-lesson-4-4-launch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Two students add 1/2 + 1/3 in conflicting ways. Which is right, and why?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What's the LCM of 2 and 3?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Why can't we just add numerators and denominators?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Bridge: yesterday we MULTIPLIED rational expressions. What NEW move will ADDING require that multiplying didn't?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Examples 3 &amp; 4 + Rules [COMPRESSED]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4-4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Add/Subtract Rational Expressions —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LIKE denominators: combine numerators, keep the denominator, simplify.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UNLIKE: factor each denom → find LCM → rewrite each fraction over LCM → combine numerators → simplify.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LCM takes every DISTINCT factor at its HIGHEST power across both denominators.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After combining, always check for a common factor to cancel.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Examples: 4-4-savvas-example-3-lesson-4-4  &amp;  4-4-savvas-example-4-lesson-4-4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3: ADD with unlike denominators — factor, build LCM, rewrite, combine.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4: SUBTRACT with unlike denominators — SAME setup, but DISTRIBUTE the minus sign across EVERY term of the second numerator.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KEY TRAP: sign distribution on subtraction. #1 error source — watch it on Ex 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 + ⭐ DOK-3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4-4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6 items in order. Plan ~10 min for ⭐ Practice #32 (Electrical Resistance DOK-3).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 · 4-4-savvas-try-it-3-lesson-4-4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Add rational expressions (unlike denominators). Build the LCM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24328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4 · 4-4-savvas-try-it-4-lesson-4-4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Subtract rational expressions (unlike denominators). Watch the sign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6557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#12 · 4-4-savvas-q12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6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LIKE denominators — quick confidence build.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32504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#16 · 4-4-savvas-q16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18304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Unlike denominators — factor first, then LCM.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36592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#26 · 4-4-savvas-q26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Subtract with SIGN-DISTRIBUTION TRAP. Distribute the minus across EVERY term.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#32 ⭐ DOK-3 ELECTRICAL RESISTANCE · 4-4-savvas-q32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26480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Parallel circuits: 1/R_total = 1/R₁ + 1/R₂. Form the ratio R_A/R_B as a single simplified rational expression. Topic 4 LEHS Q#15 rehearsal. Plan ~10 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⭐ DOK-3 SPOTLIGHT — Electrical Resistance (Practice #32)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4-4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DOK-3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57784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🔌 PARALLEL-RESISTOR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For two resistors in parallel:   1/R_total = 1/R₁ + 1/R₂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This is a SUM of rational expressions. Same LCM move as Ex 3.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TASK: For circuit A and circuit B (each with two parallel resistors), form the RATIO R_A/R_B as a SINGLE simplified rational expression.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557784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💬 CER EXPECTATION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(C)  Ratio as a single simplified rational expression.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(E)  Algebra steps — common denom, add, simplify.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(R)  Parallel-resistance formula + observation that the ratio depends only on the constituent resistances.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STUCK? Ask: "What's the LCM of the two denominators?" Once they have that, the rest is algebra.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BRIDGE: same structural reasoning as Topic 4 LEHS Q#15 (operations / closure).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Resistance Reveal + Q#15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4-4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6424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Answer Key — Practice #32 (DOK-3 Resistance)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For 1/R_total = 1/R₁ + 1/R₂: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Common denominator R₁R₂  ⇒  1/R_total = (R₂ + R₁)/(R₁R₂)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Flip:  R_total = R₁R₂ / (R₁ + R₂)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Form the ratio R_A/R_B as a SINGLE simplified rational expression using that form for each circuit.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"For the parallel circuit, 1/R_total = 1/R₁ + 1/R₂. I found a common denominator of ___, added the reciprocals to get ___, then flipped to get R_total = ___."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🔗 Topic 4 LEHS Q#15 bridge: same LCM + operations/closure move you just did.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4-4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Summary Exit — 3 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To add rational expressions with unlike denominators, I must first find the ___ of the denominators.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Practice #32 (resistance) showed me that reciprocal-sum problems (1/R₁ + 1/R₂) use the same algebraic steps as adding rational expressions because ___.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biggest thing I learned today: 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