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DEE"/>
                </a:solidFill>
                <a:latin typeface="Calibri"/>
              </a:rPr>
              <a:t>ALGEBRA 2  ·  LESSON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Day 7  —  Synthesis + Venetta Performance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Essential Question: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How do zeros, sign charts, and the factored form work together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to answer when a business is profitable, breaks even, or loses money?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DOK-3 driver: Savvas Practice #30 (Venetta deli profit).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All items Savvas-anchored.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  <a:latin typeface="Calibri"/>
              </a:rPr>
              <a:t>57-min lesson  ·  Savvas-declared DOK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 Now  —  SAT-Style Graph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1/9  ·  Algebra 2  ·  Lesson 3-5  ·  Day 7  (Synthesis)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SAVVAS PRACTICE #29  —  SAT/ACT Style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Without a graphing calculator, which graph shows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    f(x) = x³ + x² − 4x  ?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Circle:    A          B          C          D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Write ONE sentence: how do you know?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Hint: zeros → behavior → sketch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Silent  ·  Pencil only  ·  No graphing calculator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When everyone’s in:  Blooket code on the next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Blooket  — 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2/9  ·  Algebra 2  ·  Lesson 3-5  ·  Day 7  (Synthesis)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556677"/>
                </a:solidFill>
                <a:latin typeface="Calibri"/>
              </a:rPr>
              <a:t>Blooket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77440"/>
            <a:ext cx="94183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0B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677"/>
                </a:solidFill>
                <a:latin typeface="Calibri"/>
              </a:rPr>
              <a:t>( write the code here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12233"/>
                </a:solidFill>
                <a:latin typeface="Calibri"/>
              </a:rPr>
              <a:t>Chromebooks open  ·  Type code  ·  Nickname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 minutes to log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Blooket  —  Synthesis Rule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3/9  ·  Algebra 2  ·  Lesson 3-5  ·  Day 7  (Synthesis)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Whole-lesson synthesis rules: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Zero ⇔ factor theorem: zero at c  ⇔  (x − c)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Odd multiplicity  →  graph CROSSES the x-axis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Even multiplicity  →  graph is TANGENT to x-axis (turning point)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Non-real complex zeros come in CONJUGATE PAIRS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Sign chart: find zeros, pick test values, determine sign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Polynomial inequality: solution = intervals where sign matches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Play fast.  Teacher is watching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Close game at 0.  Blooket Wrap next (1 min).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Blooket Wrap  —  Candy + Lowest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4/9  ·  Algebra 2  ·  Lesson 3-5  ·  Day 7  (Synthesis)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1.  Candy pass (~20 sec)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Walk the candy jar once.  Top finisher(s) get an extra piece.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2.  Lowest-scored rule aloud (~25 sec)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Announce the lowest-percent rule from the dashboard.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Whole class repeats it in unison.  One volunteer again.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3.  Transition (~15 sec)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“Pull out your Do Now sheet.  Launch coming up.”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“Pull out your Do Now.  8 minutes on Launch.”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Launch  —  3-Concept Rapid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5/9  ·  Algebra 2  ·  Lesson 3-5  ·  Day 7  (Synthesis)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85953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100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Three quick checks.  Call out answers.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1.  MULTIPLICITY:  f(x) = (x − 1)²(x + 3)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    At x = 1:   even mult → TANGENT to x-axis (turning point)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    At x = −3:  odd mult → CROSSES the x-axis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2.  COMPLEX ZEROS:  f(x) = x³ − x² − 4x − 6  [Savvas Practice #17]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    Real zero x = 3; synthetic division → x² + 2x + 2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    Complex zeros:  x = −1 + i   and   x = −1 − i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3.  INEQUALITY:  2x³ + 12x² + 12x &lt; 0  [Savvas Try It 6a]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    Factor, find zeros, build sign chart.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    Solution:  x &lt; −3 − √3  or  −3 + √3 &lt; x &lt;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“Packets to the Venetta page.  22 minutes.  Read the rules on the page.”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Venetta Deli  —  the DOK-3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6/9  ·  Algebra 2  ·  Lesson 3-5  ·  Day 7  (Synthesis)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1592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SAVVAS PRACTICE #30  —  Performance Task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P(t) = t³ + t² − 6t     (profit in hundreds of $, t years since 2000)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Part A:  Sketch a graph.  Factor P(t) first.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Part B:  During which year(s) did franchises break even?  (P = 0)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Part C:  Interpret years of negative P.  Use the sign chart.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Part D:  During which year range was the franchise profitable?  (P &gt; 0)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All rules are on your packet page.  Teacher circulates with prompts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Stuck after 10 min?  Hint card:  “Factor first.  Which zeros have t ≥ 0?”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7/9  ·  Algebra 2  ·  Lesson 3-5  ·  Day 7  (Synthesis)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Share/Summary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5509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Cold-call Pair 1:  describe the sign chart for P(t).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Cold-call Pair 2:  justify why P(t) &gt; 0 for t &gt; 2.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Self-rating on your packet:   ✓  /  partly  /  not yet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Preview Day 8:  quiz + differentiated stations.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“Pencils up.  Exit ticket.  5 minutes.”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Exit Ticket  —  Synthesis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8/9  ·  Algebra 2  ·  Lesson 3-5  ·  Day 7  (Synthesis)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53928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Fill in each blank: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1.  Odd multiplicity → graph ___________ the x-axis.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    Even multiplicity → graph is ___________ to x-axis.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2.  Non-real complex zeros always come in ____________ pairs.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3.  A sign chart tells you where a polynomial is _____ (&gt; 0) or _____ (&lt; 0).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4.  Venetta’s franchises were profitable for years _____ and beyond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    because ____________________________________________________.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Biggest thing I learned today across the whole lesson: 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Packets to the front.  Pack up.  Day 8: quiz.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Great work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Collect:  Do Now  ·  Venetta packet  ·  Exit Ticket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Day 8:  quiz + differentiated stations.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Review tonight:  zeros, multiplicity, sign charts, Venetta.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