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4-1 · Period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Inverse Variation —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Notice &amp; Wonder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38074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🔲 Two Rectangles · Both have area = 144 square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Rectangle 1:  length = 72,  width = 2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Rectangle 2:  length = 24,  width = 6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A) Notice: 1 thing you notice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B) Wonder: 1 thing you wonder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C) Sketch: a third rectangle with area 144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Inverse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Inverse Variation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Two variables vary INVERSELY when their product is constant: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      xy = k        or        y = k/x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k is the CONSTANT OF VARIATION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As one increases, the other decreases proportionally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Example: x = 10, y = 3  →  k = xy = 30  →  y = 30/x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When x = −6:  y = 30/(−6) = −5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⚠️ COMMON ERROR: y/x = k is DIRECT variation (not inverse)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7 items in order. Use the Inverse Variation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1 · Identify inverse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Check two tables — compute xy for each column.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78608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157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#9 · Generalize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How can you tell from the table that it's NOT an inverse variation?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741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#14 · Another table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22776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x: −1/4, −1/2, 1/3, 2, 5, 11 ; y: −9/2, −9, 6, 36, 90, 198.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95344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325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2 · Write the equation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81144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x = 6 when y = 1/2. Find the equation and y at x = 15.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53712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9087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#13 · Generalize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39512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Write k in terms of x and 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#16 · 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97880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x = 3 when y = 2/3. Find y when x = −1.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70448"/>
            <a:ext cx="1106424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076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#10 · Construct Arguments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556248"/>
            <a:ext cx="1051560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Explain why zero cannot be in the domain.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Sentence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"As ___ increases, ___ decreases.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Their product is ___, so the equation is y = ___/x."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🔭 Preview of Period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Next class: solve real-world inverse variation problems.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You'll distinguish direct from inverse in a single scenario — the Ramón Performance Task.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4-1  ·  Period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Complete on your exit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Today I learned that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The difference between inverse and direct variation is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One thing I'm still unsure about is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