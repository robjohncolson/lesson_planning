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4-3 · Period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Multiply, Divide + ⭐ DOK-3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Simplify &amp; State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#25 · 4-3-savvas-q25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the rational expression from last class.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State every value excluded from the domain.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Be ready to explain WHY each restriction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3 (Multiply/Divide)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Multiply &amp; Divide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Factor everything.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Division → multiply by reciprocal.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Cancel factors across any num/denom pair.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Domain = union of ALL denominator zeros,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including reciprocal's.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Example (4-3-savvas-example-3-lesson-4-3): model steps on board.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Show factoring → flip → cancel → restricted domain.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+ ⭐ DOK-3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8 items in order. Plan ∼15 min for Practice #13 ⭐ DOK-3 Capstone.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4-3-savvas-try-it-3-lesson-4-3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Multiply rational expressions. Factor, cancel, state domain.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#27 · 4-3-savvas-q27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Multiply. Factor both pairs before canceling.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4 · 4-3-savvas-try-it-4-lesson-4-3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Divide rational expressions. Flip second fraction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#29 · 4-3-savvas-q29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Divide. State domain from both original denominators.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5 · 4-3-savvas-try-it-5-lesson-4-3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Mixed multiply/divide expression. Factor everything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#32 · 4-3-savvas-q32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3796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Multiply/divide chain. Full domain union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62025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75741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#13  ⭐ DOK-3 CAPSTONE · 4-3-savvas-q13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730605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Open-ended: construct and simplify a rational product. Justify domain restrictions.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738835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75255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Reinforce · 4-3-savvas-q40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807415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Extension — confirm full domain from a multi-step expression.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68833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DOK-3 reveal + P3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 · DOK-3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"My rational expression was ___, which simplifies to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Values excluded from the domain are ___ because ___."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Period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 class: modeling with rational expressions + assessment-critical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Period 3 rehearses Topic 4 LEHS Q#2 — same structure as Practice #19.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Know your domain restrictions cold.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The step I almost forgot in division was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I find the domain by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