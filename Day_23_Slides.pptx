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DDEE"/>
                </a:solidFill>
                <a:latin typeface="Calibri"/>
              </a:rPr>
              <a:t>ALGEBRA 2  ·  LESSON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Combined Day 2-3  —  Zeros + Multiplicity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Essential Question: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How does the factored form of a polynomial tell you everything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you need to sketch its graph — zeros AND behavior at each zero?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Every work item today comes from Savvas.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AACC"/>
                </a:solidFill>
                <a:latin typeface="Calibri"/>
              </a:rPr>
              <a:t>55-min lesson  ·  Savvas-only (no fabricated items)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 —  Zeros + Multiplicities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1/7  ·  Algebra 2  ·  Lesson 3-5  ·  Day 2-3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On the Do Now sheet —  SAVVAS LESSON QUIZ Q4: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“What are the zeros and their multiplicities for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y = x³ + 3x² + x + 3, shown in the graph?”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Read directly from the factored form of the graph.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Use multiplicity language: even → touch, odd → cross.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Silent  ·  Pencil only  ·  No Desmos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When everyone’s in:  Blooket code on the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Blooket  — 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2/7  ·  Algebra 2  ·  Lesson 3-5  ·  Day 2-3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556677"/>
                </a:solidFill>
                <a:latin typeface="Calibri"/>
              </a:rPr>
              <a:t>Blooket code: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377440"/>
            <a:ext cx="94183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0B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6677"/>
                </a:solidFill>
                <a:latin typeface="Calibri"/>
              </a:rPr>
              <a:t>( write the code here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12233"/>
                </a:solidFill>
                <a:latin typeface="Calibri"/>
              </a:rPr>
              <a:t>Chromebooks open  ·  Type the code  ·  Enter nickname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 minutes to log in. Game waits for no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Blooket  —  Rule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3/7  ·  Algebra 2  ·  Lesson 3-5  ·  Day 2-3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Pure rule recall.  The rules you’ll need in 30 minutes: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Zero Product Property  (zero ⇔ factor = 0)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Sign direction  (zero at x = c → factor (x − c))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Multiplicity = exponent on the factor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EVEN  →  TOUCH and turn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ODD   →  CROSS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Highest power  →  end behavior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Play fast.  Teacher is watching the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Close game at 0.  “Pull out your Do Now. Packet too.”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 —  Savvas Example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4/7  ·  Algebra 2  ·  Lesson 3-5  ·  Day 2-3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85953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100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Graph both in Desmos.  Watch  x = −2: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(1)  y = (x + 2)² (x − 1)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(2)  y = (x + 2)³ (x − 1)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THE WORD:  the number of times a factor appears is its MULTIPLICITY.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Fill the T-chart on your packet:  ODD  vs.  EVEN.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Sentence frame: “The multiplicity is ___, so the graph ___ at x = ___.”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“Packets to Practice. Five Savvas items. A + B required, one of C/D/E.”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Practice  —  Savvas Try Its + #14/15/16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5/7  ·  Algebra 2  ·  Lesson 3-5  ·  Day 2-3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For each:  list zeros, multiplicity of each, and behavior.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A.  f(x) = x(x + 4)(x − 1)⁴        [Try It 2a]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B.  f(x) = (x² + 9)(x − 1)⁵(x + 2)²    [Try It 2b]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C.  f(x) = x³ − 8x² + 16x           [Practice #14]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D.  g(x) = x³ − x² − 25x + 25         [Practice #15]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E.  f(x) = 9x⁴ − 40x² + 16           [Practice #16]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A + B required.  Pick one of C/D/E.  Fast finishers: do all five.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Teacher circulates.  Prompts only — answer questions with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6/7  ·  Algebra 2  ·  Lesson 3-5  ·  Day 2-3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Share/Summary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5509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4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Essential Question: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How does the factored form tell you everything you need to sketch?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Self-rating on your packet:   ✓  /  partly  /  not yet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1. Read multiplicity from factored form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2. Predict cross vs. touch from multiplicity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3. Factor a polynomial in standard form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Preview Day 4-5: real + complex zeros + Savvas storage-box volume (DOK 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“Pencils up.  Exit ticket.  Savvas LQ Q5.  5 minutes.”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 —  Savvas Lesson Quiz 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7/7  ·  Algebra 2  ·  Lesson 3-5  ·  Day 2-3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Exit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5392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Savvas Lesson Quiz Q5: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Find the zeros of  f(x) = −x³ − 2x² + 7x − 4.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Then describe the behavior of the graph at each zero.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Use multiplicity language:  “crosses” / “touches” / “turns”.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Place your packet on the front desk as you leave.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Packets to the front. Pack up. See you next class.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Calibri"/>
              </a:rPr>
              <a:t>Nice work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Collect:  Exit Ticket  ·  Do Now sheet  ·  Practice page</a:t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Day 4-5 preview:  real + complex zeros + storage-box modeling.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