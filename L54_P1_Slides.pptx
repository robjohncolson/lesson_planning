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Lesson 5-4 · Period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D0E6"/>
                </a:solidFill>
                <a:latin typeface="Calibri"/>
              </a:rPr>
              <a:t>Solving Radical Equations: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AACC"/>
                </a:solidFill>
                <a:latin typeface="Calibri"/>
              </a:rPr>
              <a:t>Klimsara-adapted · Student-centered · No Blooket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Do Now — Explore &amp; Reason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5-4  ·  Period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380744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exploration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88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8B14"/>
                </a:solidFill>
                <a:latin typeface="Calibri"/>
              </a:rPr>
              <a:t>5-4-savvas-model-discuss-lesson-5-4-launch · Explore &amp; Reason: 3(a+1)²+2=11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Look at the equation on the board.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A) Solve using your current method.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B) Compare methods with your partner.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C) What if the power were ½ or ⅓ instead of 2?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Launch — Examples 1 &amp; 3 +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5-4  ·  Period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877824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12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682496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teacher 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2377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B57"/>
                </a:solidFill>
                <a:latin typeface="Calibri"/>
              </a:rPr>
              <a:t>📘 Solving Radical Equations —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1. Isolate the radical.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2. Raise both sides to the index power.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3. Solve.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4. CHECK in the ORIGINAL equation — reject extraneous.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14800"/>
            <a:ext cx="11064240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519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Examples: 5-4-savvas-example-1-lesson-5-4  &amp;  5-4-savvas-example-3-lesson-5-4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006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Model Ex 1 fully (one-radical); release into Ex 3 (extraneous root).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Emphasize: squaring is NOT reversible — always check in original.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Explore — Think-Pair-Share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5-4  ·  Period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978408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1-2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45368" y="228600"/>
            <a:ext cx="877824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33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481328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student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6677"/>
                </a:solidFill>
                <a:latin typeface="Calibri"/>
              </a:rPr>
              <a:t>6 items in order. Use the Radical Equation Rules card on your packet.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11064240" cy="594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574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Try It 1 · 5-4-savvas-try-it-1-lesson-5-4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10515600" cy="-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Isolate radical, square both sides, check in original.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78608"/>
            <a:ext cx="11064240" cy="594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71576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Try It 3 · 5-4-savvas-try-it-3-lesson-5-4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64408"/>
            <a:ext cx="10515600" cy="-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Solve — watch for extraneous solution.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36976"/>
            <a:ext cx="11064240" cy="594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374136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#22 · 5-4-savvas-q22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922776"/>
            <a:ext cx="10515600" cy="-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Solve the radical equation. Check both possible solutions.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95344"/>
            <a:ext cx="11064240" cy="594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032504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#8 · 5-4-savvas-q8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81144"/>
            <a:ext cx="10515600" cy="-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Solve. x=9 valid; x=−1 extraneous — verify.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53712"/>
            <a:ext cx="11064240" cy="594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69087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#15 · 5-4-savvas-q15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239512"/>
            <a:ext cx="10515600" cy="-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Identify any extraneous solutions.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212080"/>
            <a:ext cx="11064240" cy="594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3492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#4 · 5-4-savvas-q4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897880"/>
            <a:ext cx="10515600" cy="-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Nazim's error: lost x=6, kept only −3. Find the mistake.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Share /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5-4  ·  Period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2386584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academic conversation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📢 Answer key highlights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q8: x=9 is valid; x=−1 is extraneous (fails check in original).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q4: Nazim lost solution x=6 — only kept −3 which fails check.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Cold-call q15: student explains extraneous-identification step-by-step.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97680"/>
            <a:ext cx="11064240" cy="2103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94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4348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94E2F"/>
                </a:solidFill>
                <a:latin typeface="Calibri"/>
              </a:rPr>
              <a:t>🔭 Preview of Period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9834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Next class: rational exponents — x^(m/n) = (n√x)^m.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Same isolate-then-raise move, but with reciprocal exponent.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Period 2 ends with ⭐ DOK-3 Half-Life capstone (Topic 5 spine).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Exit Ticket — Summary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5-4  ·  Period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978408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1-2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45368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280160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not graded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1106424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88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8B14"/>
                </a:solidFill>
                <a:latin typeface="Calibri"/>
              </a:rPr>
              <a:t>✍️ Complete on your exit ticket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105156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1. Today I learned that ___.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2. An extraneous solution is ___ because ___.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3. One thing I'm still unsure about is ___.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6677"/>
                </a:solidFill>
                <a:latin typeface="Calibri"/>
              </a:rPr>
              <a:t>Reinforce: 5-4-savvas-q21 (∛x+8=13) as optional HW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