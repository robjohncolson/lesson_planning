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6-5 · Quick — Properties of Logarithms + ⭐ DOK-3 Proof &amp; Richter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Power Property Proof + Richter Generalization Paired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Error Analysis + Expand + Condense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88366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 to launch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3 items — no calculator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#12: Change-of-base error analysis — find the mistake, name the rule violated.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#4: Expand log₆(49/5) using Quotient Property. Write as difference of two logs.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#5: Condense 5 ln s + 6 ln t into a single logarithm.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 3: Write as a Single Logarithm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Properties of Logarithms —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PRODUCT: log_b(MN) = log_b M + log_b N.  QUOTIENT: log_b(M/N) = log_b M − log_b N.  POWER: log_b(M^n) = n·log_b M.  IDENTITY: log_b b = 1, log_b 1 = 0.  CHANGE OF BASE: log_b x = (log x)/(log b).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110642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Example: 6-5-savvas-example-3-lesson-6-5  — condensing activates all 3 properties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Order: Power Property first (coefficient → exponent), then Product or Quotient to merge.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Condensing = working all three properties simultaneously.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DOK-3 task (#13) will ask you to PROVE why Power Property works — from exponent laws.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⚠️ Form B Q8 + Q15 (geometric series) are NOT on Topic 6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 + ⭐ DOK-3 Paired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6 items (5 on Wed-F: skip #3). Plan ~12 min for ⭐ #13 + #40 DOK-3 Paired Capstone.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#19 · 6-5-savvas-q19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Condense: log₅ 6 + ½ log₅ y — Power Property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9776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169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#21 · 6-5-savvas-q21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Condense: ⅓ ln 27 − 3 ln(2y) — simplify ⅓ ln 27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47872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850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#34 · 6-5-savvas-q34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Solve: 7^x = 100 using change of 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15968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 · 6-5-savvas-q3  [SKIP on Wed-F 45-min]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Amanda's expand error on log₄(c²d⁵) — identify the property she confused.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2122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#13  ⭐ DOK-3 PROOF · 6-5-savvas-q13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9864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Prove: log_b(M^n) = n·log_b M using exponent laws. Let x = log_b M, raise both sides to n, apply log definition.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5216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#40 Part C  ⭐ DOK-3 RICHTER · 6-5-savvas-q40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53796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One earthquake is 150× more intense than another. How much greater is its Richter magnitude? Generalize: R(150A₀) − R(A₀) = log 150 ≈ 2.18.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— DOK-3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Capstone Answers — #13 Proof + #40 Part C Richter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#13 PROOF: Let x = log_b M ⟹ b^x = M.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Raise both sides to n: b^(nx) = M^n.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By log definition: log_b(M^n) = nx = n·log_b M. ✓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#40 Part C: R(150A₀) − R(A₀) = log(150A₀/S) − log(A₀/S) = log 150 ≈ 2.18.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The larger earthquake is ~2.18 Richter units greater.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Sentence frame: "I proved the Power Property by ___, then used it to show that ___."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Two-Part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Exit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 biologist models a population as P = 3 log t + log 4.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(a) Write P as a single logarithm: P = log(___)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(b) Solve for t when P = 2: t = ___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Expected: (a) P = log(4t³)    (b) t = (25)^(1/3) ≈ 2.924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One biggest thing I learned today: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